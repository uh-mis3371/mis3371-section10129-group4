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044" y="-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D520-D67B-4E45-9D13-D6D6C5F449F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E5A1-E116-448B-8D01-DDADE153C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09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D520-D67B-4E45-9D13-D6D6C5F449F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E5A1-E116-448B-8D01-DDADE153C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2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D520-D67B-4E45-9D13-D6D6C5F449F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E5A1-E116-448B-8D01-DDADE153C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D520-D67B-4E45-9D13-D6D6C5F449F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E5A1-E116-448B-8D01-DDADE153C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34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D520-D67B-4E45-9D13-D6D6C5F449F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E5A1-E116-448B-8D01-DDADE153C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4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D520-D67B-4E45-9D13-D6D6C5F449F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E5A1-E116-448B-8D01-DDADE153C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9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D520-D67B-4E45-9D13-D6D6C5F449F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E5A1-E116-448B-8D01-DDADE153C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61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D520-D67B-4E45-9D13-D6D6C5F449F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E5A1-E116-448B-8D01-DDADE153C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63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D520-D67B-4E45-9D13-D6D6C5F449F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E5A1-E116-448B-8D01-DDADE153C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761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D520-D67B-4E45-9D13-D6D6C5F449F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E5A1-E116-448B-8D01-DDADE153C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16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2D520-D67B-4E45-9D13-D6D6C5F449F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6E5A1-E116-448B-8D01-DDADE153C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86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2D520-D67B-4E45-9D13-D6D6C5F449F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6E5A1-E116-448B-8D01-DDADE153C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7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778C71-58E7-6727-C147-BF1283022726}"/>
              </a:ext>
            </a:extLst>
          </p:cNvPr>
          <p:cNvSpPr/>
          <p:nvPr/>
        </p:nvSpPr>
        <p:spPr>
          <a:xfrm>
            <a:off x="2532856" y="622300"/>
            <a:ext cx="1792288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Started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073AC0-E258-D254-37E1-C29F65D767DF}"/>
              </a:ext>
            </a:extLst>
          </p:cNvPr>
          <p:cNvSpPr/>
          <p:nvPr/>
        </p:nvSpPr>
        <p:spPr>
          <a:xfrm>
            <a:off x="2532856" y="2038350"/>
            <a:ext cx="1792288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Order entered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BD54E-871B-E6E7-A4A4-6F83D149B291}"/>
              </a:ext>
            </a:extLst>
          </p:cNvPr>
          <p:cNvSpPr/>
          <p:nvPr/>
        </p:nvSpPr>
        <p:spPr>
          <a:xfrm>
            <a:off x="2532856" y="3454400"/>
            <a:ext cx="1792288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Rewards account identified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320EA8-7EC4-7FD2-7AF8-40C05742096A}"/>
              </a:ext>
            </a:extLst>
          </p:cNvPr>
          <p:cNvSpPr/>
          <p:nvPr/>
        </p:nvSpPr>
        <p:spPr>
          <a:xfrm>
            <a:off x="2532856" y="4870450"/>
            <a:ext cx="1792288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Rewards processing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8F0449-77C4-6F5F-E06D-63E551ED5E7F}"/>
              </a:ext>
            </a:extLst>
          </p:cNvPr>
          <p:cNvSpPr/>
          <p:nvPr/>
        </p:nvSpPr>
        <p:spPr>
          <a:xfrm>
            <a:off x="2532856" y="6286500"/>
            <a:ext cx="1792288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Awaiting approval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B6EB07-DC6F-BEE9-D15E-0453E2C70CC0}"/>
              </a:ext>
            </a:extLst>
          </p:cNvPr>
          <p:cNvSpPr/>
          <p:nvPr/>
        </p:nvSpPr>
        <p:spPr>
          <a:xfrm>
            <a:off x="4749006" y="6286500"/>
            <a:ext cx="1792288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Rejected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F9EBE7-0C77-EC40-B759-0738F52140C2}"/>
              </a:ext>
            </a:extLst>
          </p:cNvPr>
          <p:cNvSpPr/>
          <p:nvPr/>
        </p:nvSpPr>
        <p:spPr>
          <a:xfrm>
            <a:off x="2532856" y="7702550"/>
            <a:ext cx="1792288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Payment processing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BCA8F1-04E4-6674-C22A-2D4720AFFAFA}"/>
              </a:ext>
            </a:extLst>
          </p:cNvPr>
          <p:cNvSpPr/>
          <p:nvPr/>
        </p:nvSpPr>
        <p:spPr>
          <a:xfrm>
            <a:off x="4749006" y="9118600"/>
            <a:ext cx="1792288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Failed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D0595D-6AF9-8430-6D8D-E96843D8D35A}"/>
              </a:ext>
            </a:extLst>
          </p:cNvPr>
          <p:cNvSpPr/>
          <p:nvPr/>
        </p:nvSpPr>
        <p:spPr>
          <a:xfrm>
            <a:off x="316706" y="9118600"/>
            <a:ext cx="1792288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Completed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4DAC84-77D1-3FC1-D67C-D16CA8DC359A}"/>
              </a:ext>
            </a:extLst>
          </p:cNvPr>
          <p:cNvCxnSpPr>
            <a:stCxn id="4" idx="2"/>
            <a:endCxn id="10" idx="0"/>
          </p:cNvCxnSpPr>
          <p:nvPr/>
        </p:nvCxnSpPr>
        <p:spPr>
          <a:xfrm>
            <a:off x="3429000" y="1231900"/>
            <a:ext cx="0" cy="806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66222A-8882-24A8-E119-8561C790DDE7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>
            <a:off x="3429000" y="2647950"/>
            <a:ext cx="0" cy="806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9B9849B-5A1B-7ED2-5BCF-F91BDF688DFA}"/>
              </a:ext>
            </a:extLst>
          </p:cNvPr>
          <p:cNvCxnSpPr/>
          <p:nvPr/>
        </p:nvCxnSpPr>
        <p:spPr>
          <a:xfrm>
            <a:off x="3409950" y="4064000"/>
            <a:ext cx="0" cy="806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E030457-4236-3F89-3D55-80B6B9835690}"/>
              </a:ext>
            </a:extLst>
          </p:cNvPr>
          <p:cNvCxnSpPr/>
          <p:nvPr/>
        </p:nvCxnSpPr>
        <p:spPr>
          <a:xfrm>
            <a:off x="3429000" y="5480050"/>
            <a:ext cx="0" cy="806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60666EB-CB03-E8D6-1103-AD27889F9F4B}"/>
              </a:ext>
            </a:extLst>
          </p:cNvPr>
          <p:cNvCxnSpPr>
            <a:cxnSpLocks/>
          </p:cNvCxnSpPr>
          <p:nvPr/>
        </p:nvCxnSpPr>
        <p:spPr>
          <a:xfrm>
            <a:off x="5626100" y="5175250"/>
            <a:ext cx="0" cy="1111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AA5079D-8957-BFF7-982F-79D1B7BB7538}"/>
              </a:ext>
            </a:extLst>
          </p:cNvPr>
          <p:cNvSpPr txBox="1"/>
          <p:nvPr/>
        </p:nvSpPr>
        <p:spPr>
          <a:xfrm>
            <a:off x="3581400" y="16573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B23B6B-0715-826E-03A6-F8AE1C05E954}"/>
              </a:ext>
            </a:extLst>
          </p:cNvPr>
          <p:cNvSpPr/>
          <p:nvPr/>
        </p:nvSpPr>
        <p:spPr>
          <a:xfrm>
            <a:off x="2510635" y="1537216"/>
            <a:ext cx="1836729" cy="2402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Items are entered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BDDCD0-5982-C7DB-D78D-B32BDF5707E5}"/>
              </a:ext>
            </a:extLst>
          </p:cNvPr>
          <p:cNvSpPr/>
          <p:nvPr/>
        </p:nvSpPr>
        <p:spPr>
          <a:xfrm>
            <a:off x="2488415" y="2908816"/>
            <a:ext cx="1836729" cy="2402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Loyalty account entered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A25361B-7FE0-86E3-F93A-8440A99CB83A}"/>
              </a:ext>
            </a:extLst>
          </p:cNvPr>
          <p:cNvSpPr/>
          <p:nvPr/>
        </p:nvSpPr>
        <p:spPr>
          <a:xfrm>
            <a:off x="2532856" y="4399439"/>
            <a:ext cx="1836729" cy="1862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System checks rewards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14F9F3B-2E71-4BD8-E32F-08E584A1DCC8}"/>
              </a:ext>
            </a:extLst>
          </p:cNvPr>
          <p:cNvSpPr/>
          <p:nvPr/>
        </p:nvSpPr>
        <p:spPr>
          <a:xfrm>
            <a:off x="2488414" y="5779571"/>
            <a:ext cx="1836729" cy="186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Exception requires employee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BCEFC21-80A3-E24A-6881-72EE7BCA47EF}"/>
              </a:ext>
            </a:extLst>
          </p:cNvPr>
          <p:cNvCxnSpPr>
            <a:stCxn id="14" idx="3"/>
          </p:cNvCxnSpPr>
          <p:nvPr/>
        </p:nvCxnSpPr>
        <p:spPr>
          <a:xfrm>
            <a:off x="4325144" y="5175250"/>
            <a:ext cx="13200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0EE53C16-91D3-8336-1948-0EFEE4C098B1}"/>
              </a:ext>
            </a:extLst>
          </p:cNvPr>
          <p:cNvSpPr/>
          <p:nvPr/>
        </p:nvSpPr>
        <p:spPr>
          <a:xfrm>
            <a:off x="4726785" y="5764769"/>
            <a:ext cx="1836729" cy="186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Invalid reward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E4CC2A7-744B-36A3-34EA-2DBE82FD64D2}"/>
              </a:ext>
            </a:extLst>
          </p:cNvPr>
          <p:cNvCxnSpPr>
            <a:stCxn id="14" idx="1"/>
          </p:cNvCxnSpPr>
          <p:nvPr/>
        </p:nvCxnSpPr>
        <p:spPr>
          <a:xfrm flipH="1">
            <a:off x="1282700" y="5175250"/>
            <a:ext cx="12501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3E95B78-71FC-999E-09E2-AFA794D4D752}"/>
              </a:ext>
            </a:extLst>
          </p:cNvPr>
          <p:cNvCxnSpPr>
            <a:cxnSpLocks/>
          </p:cNvCxnSpPr>
          <p:nvPr/>
        </p:nvCxnSpPr>
        <p:spPr>
          <a:xfrm>
            <a:off x="1276350" y="5175250"/>
            <a:ext cx="0" cy="2832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F9B09A1-F1B9-548E-2596-3E0190968E9A}"/>
              </a:ext>
            </a:extLst>
          </p:cNvPr>
          <p:cNvCxnSpPr>
            <a:stCxn id="20" idx="1"/>
          </p:cNvCxnSpPr>
          <p:nvPr/>
        </p:nvCxnSpPr>
        <p:spPr>
          <a:xfrm flipH="1">
            <a:off x="1282700" y="8007350"/>
            <a:ext cx="12501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0579B434-6C57-1756-3C79-A3835F193B47}"/>
              </a:ext>
            </a:extLst>
          </p:cNvPr>
          <p:cNvSpPr/>
          <p:nvPr/>
        </p:nvSpPr>
        <p:spPr>
          <a:xfrm>
            <a:off x="364335" y="5790128"/>
            <a:ext cx="1836729" cy="186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Valid / no assistance required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0E35C11-B100-2E36-AB2F-1EF319493CBD}"/>
              </a:ext>
            </a:extLst>
          </p:cNvPr>
          <p:cNvCxnSpPr/>
          <p:nvPr/>
        </p:nvCxnSpPr>
        <p:spPr>
          <a:xfrm>
            <a:off x="3406778" y="6896100"/>
            <a:ext cx="0" cy="806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BD93C195-05A3-C9A6-8A69-BD595BAD73E9}"/>
              </a:ext>
            </a:extLst>
          </p:cNvPr>
          <p:cNvSpPr/>
          <p:nvPr/>
        </p:nvSpPr>
        <p:spPr>
          <a:xfrm>
            <a:off x="2532856" y="7188695"/>
            <a:ext cx="1836729" cy="186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Employee approves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EC77009-057E-37B3-AB97-97ACB21AEB72}"/>
              </a:ext>
            </a:extLst>
          </p:cNvPr>
          <p:cNvCxnSpPr>
            <a:cxnSpLocks/>
          </p:cNvCxnSpPr>
          <p:nvPr/>
        </p:nvCxnSpPr>
        <p:spPr>
          <a:xfrm>
            <a:off x="3406778" y="8312150"/>
            <a:ext cx="0" cy="3492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04FB66B-35CC-2DAF-CDD2-5B5DAF3EC07F}"/>
              </a:ext>
            </a:extLst>
          </p:cNvPr>
          <p:cNvCxnSpPr>
            <a:stCxn id="26" idx="0"/>
          </p:cNvCxnSpPr>
          <p:nvPr/>
        </p:nvCxnSpPr>
        <p:spPr>
          <a:xfrm flipV="1">
            <a:off x="1212850" y="8661400"/>
            <a:ext cx="0" cy="457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6AF43B8-3D60-782D-CA1C-BCBFF66258F0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5645150" y="8661400"/>
            <a:ext cx="0" cy="457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D7C9D90-1992-CB87-AC26-2906026FFA39}"/>
              </a:ext>
            </a:extLst>
          </p:cNvPr>
          <p:cNvCxnSpPr/>
          <p:nvPr/>
        </p:nvCxnSpPr>
        <p:spPr>
          <a:xfrm>
            <a:off x="1212849" y="8661400"/>
            <a:ext cx="44322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38F6DEF0-E43C-3FD5-EF8E-F524FE885EA6}"/>
              </a:ext>
            </a:extLst>
          </p:cNvPr>
          <p:cNvSpPr/>
          <p:nvPr/>
        </p:nvSpPr>
        <p:spPr>
          <a:xfrm>
            <a:off x="4771226" y="8814789"/>
            <a:ext cx="1792288" cy="1958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Technical/payment error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3F1EA93-F173-782D-5F91-B7F5DB271D8B}"/>
              </a:ext>
            </a:extLst>
          </p:cNvPr>
          <p:cNvSpPr/>
          <p:nvPr/>
        </p:nvSpPr>
        <p:spPr>
          <a:xfrm>
            <a:off x="316706" y="8808521"/>
            <a:ext cx="1792288" cy="1958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Payment successful</a:t>
            </a:r>
          </a:p>
        </p:txBody>
      </p:sp>
    </p:spTree>
    <p:extLst>
      <p:ext uri="{BB962C8B-B14F-4D97-AF65-F5344CB8AC3E}">
        <p14:creationId xmlns:p14="http://schemas.microsoft.com/office/powerpoint/2010/main" val="2013333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42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Dwiputranto</dc:creator>
  <cp:lastModifiedBy>Satya Dwiputranto</cp:lastModifiedBy>
  <cp:revision>1</cp:revision>
  <dcterms:created xsi:type="dcterms:W3CDTF">2026-09-20T22:04:36Z</dcterms:created>
  <dcterms:modified xsi:type="dcterms:W3CDTF">2026-09-20T22:32:52Z</dcterms:modified>
</cp:coreProperties>
</file>