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67341E-E479-4650-9089-8B05C08464D9}" v="1" dt="2026-09-21T03:53:23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3" d="100"/>
          <a:sy n="53" d="100"/>
        </p:scale>
        <p:origin x="2064" y="-4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Esparza" userId="43595e91f8375488" providerId="LiveId" clId="{00ADF1BE-D2B6-4329-AA31-D335C45925FB}"/>
    <pc:docChg chg="modSld">
      <pc:chgData name="Andrea Esparza" userId="43595e91f8375488" providerId="LiveId" clId="{00ADF1BE-D2B6-4329-AA31-D335C45925FB}" dt="2026-09-21T03:53:24.404" v="2"/>
      <pc:docMkLst>
        <pc:docMk/>
      </pc:docMkLst>
      <pc:sldChg chg="addSp delSp modSp mod">
        <pc:chgData name="Andrea Esparza" userId="43595e91f8375488" providerId="LiveId" clId="{00ADF1BE-D2B6-4329-AA31-D335C45925FB}" dt="2026-09-21T03:53:24.404" v="2"/>
        <pc:sldMkLst>
          <pc:docMk/>
          <pc:sldMk cId="2756200121" sldId="256"/>
        </pc:sldMkLst>
        <pc:spChg chg="add del mod">
          <ac:chgData name="Andrea Esparza" userId="43595e91f8375488" providerId="LiveId" clId="{00ADF1BE-D2B6-4329-AA31-D335C45925FB}" dt="2026-09-21T03:53:24.404" v="2"/>
          <ac:spMkLst>
            <pc:docMk/>
            <pc:sldMk cId="2756200121" sldId="256"/>
            <ac:spMk id="3" creationId="{00BF057B-4544-80BA-7F24-5C9748C8BE4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9762-007E-4E37-8924-9C354059CE6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48B96-0172-437D-B08D-25253FB6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1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9762-007E-4E37-8924-9C354059CE6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48B96-0172-437D-B08D-25253FB6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81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9762-007E-4E37-8924-9C354059CE6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48B96-0172-437D-B08D-25253FB6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350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9762-007E-4E37-8924-9C354059CE6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48B96-0172-437D-B08D-25253FB6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845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9762-007E-4E37-8924-9C354059CE6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48B96-0172-437D-B08D-25253FB6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447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9762-007E-4E37-8924-9C354059CE6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48B96-0172-437D-B08D-25253FB6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002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9762-007E-4E37-8924-9C354059CE6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48B96-0172-437D-B08D-25253FB6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045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9762-007E-4E37-8924-9C354059CE6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48B96-0172-437D-B08D-25253FB6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287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9762-007E-4E37-8924-9C354059CE6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48B96-0172-437D-B08D-25253FB6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00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9762-007E-4E37-8924-9C354059CE6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48B96-0172-437D-B08D-25253FB6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617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C9762-007E-4E37-8924-9C354059CE6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48B96-0172-437D-B08D-25253FB6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975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6C9762-007E-4E37-8924-9C354059CE6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848B96-0172-437D-B08D-25253FB6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625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90A73-59CB-A620-1517-167B19C425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629495"/>
            <a:ext cx="5829300" cy="247554"/>
          </a:xfrm>
        </p:spPr>
        <p:txBody>
          <a:bodyPr>
            <a:normAutofit fontScale="90000"/>
          </a:bodyPr>
          <a:lstStyle/>
          <a:p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Tier</a:t>
            </a:r>
            <a:b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DD17B4-6E5D-7AFD-0819-EEEA002981C4}"/>
              </a:ext>
            </a:extLst>
          </p:cNvPr>
          <p:cNvCxnSpPr>
            <a:cxnSpLocks/>
          </p:cNvCxnSpPr>
          <p:nvPr/>
        </p:nvCxnSpPr>
        <p:spPr>
          <a:xfrm>
            <a:off x="3322782" y="1811547"/>
            <a:ext cx="0" cy="3510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40F6102-149F-9D13-ED2C-116DCDFF0F31}"/>
              </a:ext>
            </a:extLst>
          </p:cNvPr>
          <p:cNvSpPr txBox="1"/>
          <p:nvPr/>
        </p:nvSpPr>
        <p:spPr>
          <a:xfrm>
            <a:off x="2300996" y="2255911"/>
            <a:ext cx="20435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u="sng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Tier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98C6A0-25EB-7B04-2F47-BF76BFC16FAA}"/>
              </a:ext>
            </a:extLst>
          </p:cNvPr>
          <p:cNvSpPr txBox="1"/>
          <p:nvPr/>
        </p:nvSpPr>
        <p:spPr>
          <a:xfrm>
            <a:off x="2703253" y="4177641"/>
            <a:ext cx="145149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u="sng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Tier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497AB2-FB83-C5D8-5F86-E886E632497E}"/>
              </a:ext>
            </a:extLst>
          </p:cNvPr>
          <p:cNvSpPr txBox="1"/>
          <p:nvPr/>
        </p:nvSpPr>
        <p:spPr>
          <a:xfrm>
            <a:off x="2682815" y="42528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07744C1-3452-6A67-409C-1ABB449E1861}"/>
              </a:ext>
            </a:extLst>
          </p:cNvPr>
          <p:cNvSpPr/>
          <p:nvPr/>
        </p:nvSpPr>
        <p:spPr>
          <a:xfrm>
            <a:off x="1334572" y="998008"/>
            <a:ext cx="1440608" cy="603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Mobile App</a:t>
            </a:r>
          </a:p>
          <a:p>
            <a:pPr algn="ctr"/>
            <a:r>
              <a:rPr lang="en-US" sz="1400" dirty="0"/>
              <a:t>(track rewards)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5565A45-8628-960E-677E-1E4AE2A40867}"/>
              </a:ext>
            </a:extLst>
          </p:cNvPr>
          <p:cNvSpPr/>
          <p:nvPr/>
        </p:nvSpPr>
        <p:spPr>
          <a:xfrm>
            <a:off x="3870391" y="998008"/>
            <a:ext cx="1440608" cy="603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Point of Sale system in Store</a:t>
            </a:r>
          </a:p>
          <a:p>
            <a:r>
              <a:rPr lang="en-US" sz="1400" dirty="0"/>
              <a:t>(QR code)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C602D3-6486-8368-14E4-76E3AF8023B4}"/>
              </a:ext>
            </a:extLst>
          </p:cNvPr>
          <p:cNvSpPr txBox="1"/>
          <p:nvPr/>
        </p:nvSpPr>
        <p:spPr>
          <a:xfrm>
            <a:off x="2012723" y="578083"/>
            <a:ext cx="2832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and staff interact</a:t>
            </a:r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60786E5-2329-DFB5-AB60-CC0A7A7B1FA3}"/>
              </a:ext>
            </a:extLst>
          </p:cNvPr>
          <p:cNvCxnSpPr>
            <a:stCxn id="22" idx="2"/>
          </p:cNvCxnSpPr>
          <p:nvPr/>
        </p:nvCxnSpPr>
        <p:spPr>
          <a:xfrm>
            <a:off x="2054876" y="1601886"/>
            <a:ext cx="0" cy="209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4F9F862-66BF-6BE6-3E28-AACF4753D740}"/>
              </a:ext>
            </a:extLst>
          </p:cNvPr>
          <p:cNvCxnSpPr/>
          <p:nvPr/>
        </p:nvCxnSpPr>
        <p:spPr>
          <a:xfrm>
            <a:off x="2054876" y="1811547"/>
            <a:ext cx="12679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C503697-BB1C-405F-46C0-0EF75E8F205B}"/>
              </a:ext>
            </a:extLst>
          </p:cNvPr>
          <p:cNvCxnSpPr/>
          <p:nvPr/>
        </p:nvCxnSpPr>
        <p:spPr>
          <a:xfrm>
            <a:off x="3322782" y="1811547"/>
            <a:ext cx="1267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C48669A-3EEC-0FB7-D006-A3ED6E54B1C3}"/>
              </a:ext>
            </a:extLst>
          </p:cNvPr>
          <p:cNvCxnSpPr/>
          <p:nvPr/>
        </p:nvCxnSpPr>
        <p:spPr>
          <a:xfrm>
            <a:off x="4590695" y="1601886"/>
            <a:ext cx="0" cy="209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33A3837-9669-7211-A5F3-222A2EA084D0}"/>
              </a:ext>
            </a:extLst>
          </p:cNvPr>
          <p:cNvSpPr/>
          <p:nvPr/>
        </p:nvSpPr>
        <p:spPr>
          <a:xfrm>
            <a:off x="1334572" y="3014872"/>
            <a:ext cx="1440608" cy="603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Web Server/ API 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81D4A7A-DCA1-4412-3F64-E9B20317B6F9}"/>
              </a:ext>
            </a:extLst>
          </p:cNvPr>
          <p:cNvSpPr/>
          <p:nvPr/>
        </p:nvSpPr>
        <p:spPr>
          <a:xfrm>
            <a:off x="3956738" y="3077375"/>
            <a:ext cx="1440608" cy="603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Business Rules 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65DEF07-E2D1-6ED8-0D73-2E7F5736BE37}"/>
              </a:ext>
            </a:extLst>
          </p:cNvPr>
          <p:cNvSpPr/>
          <p:nvPr/>
        </p:nvSpPr>
        <p:spPr>
          <a:xfrm>
            <a:off x="2708695" y="5007810"/>
            <a:ext cx="1440608" cy="603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DATABASE 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16D6EDF-6490-995E-A5B0-D1BF137B2C67}"/>
              </a:ext>
            </a:extLst>
          </p:cNvPr>
          <p:cNvCxnSpPr/>
          <p:nvPr/>
        </p:nvCxnSpPr>
        <p:spPr>
          <a:xfrm>
            <a:off x="2020263" y="3518952"/>
            <a:ext cx="0" cy="209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B81D54A-6EB9-6D5F-FD66-30C6DBF918F2}"/>
              </a:ext>
            </a:extLst>
          </p:cNvPr>
          <p:cNvCxnSpPr/>
          <p:nvPr/>
        </p:nvCxnSpPr>
        <p:spPr>
          <a:xfrm>
            <a:off x="4677042" y="3560247"/>
            <a:ext cx="0" cy="2096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3D4DC9B-F852-D661-19DB-A9D6C248E42E}"/>
              </a:ext>
            </a:extLst>
          </p:cNvPr>
          <p:cNvCxnSpPr>
            <a:cxnSpLocks/>
          </p:cNvCxnSpPr>
          <p:nvPr/>
        </p:nvCxnSpPr>
        <p:spPr>
          <a:xfrm>
            <a:off x="2020263" y="3728613"/>
            <a:ext cx="2656779" cy="264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26794D4-45AA-2F74-F664-1A393641DB17}"/>
              </a:ext>
            </a:extLst>
          </p:cNvPr>
          <p:cNvCxnSpPr>
            <a:cxnSpLocks/>
          </p:cNvCxnSpPr>
          <p:nvPr/>
        </p:nvCxnSpPr>
        <p:spPr>
          <a:xfrm>
            <a:off x="3317339" y="3741833"/>
            <a:ext cx="0" cy="3510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FAA28812-DD22-F582-89B3-672D24F5FC48}"/>
              </a:ext>
            </a:extLst>
          </p:cNvPr>
          <p:cNvSpPr txBox="1"/>
          <p:nvPr/>
        </p:nvSpPr>
        <p:spPr>
          <a:xfrm>
            <a:off x="1603513" y="2628713"/>
            <a:ext cx="3793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rules and process for system </a:t>
            </a:r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00583D5-9672-74AE-EA5B-540C4BC0ADF8}"/>
              </a:ext>
            </a:extLst>
          </p:cNvPr>
          <p:cNvSpPr txBox="1"/>
          <p:nvPr/>
        </p:nvSpPr>
        <p:spPr>
          <a:xfrm>
            <a:off x="1918876" y="4590643"/>
            <a:ext cx="3020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all system information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200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0358EB290E1F4FB5860AE290900AE5" ma:contentTypeVersion="17" ma:contentTypeDescription="Create a new document." ma:contentTypeScope="" ma:versionID="f570565d4803ea88dbd593bc1d6ebc30">
  <xsd:schema xmlns:xsd="http://www.w3.org/2001/XMLSchema" xmlns:xs="http://www.w3.org/2001/XMLSchema" xmlns:p="http://schemas.microsoft.com/office/2006/metadata/properties" xmlns:ns3="819628f6-6e36-45a6-985d-41276b1fcfad" xmlns:ns4="34704184-25d6-47ef-8992-a2bd16f4353e" targetNamespace="http://schemas.microsoft.com/office/2006/metadata/properties" ma:root="true" ma:fieldsID="84571e9279f0abda506ed7f4780eb111" ns3:_="" ns4:_="">
    <xsd:import namespace="819628f6-6e36-45a6-985d-41276b1fcfad"/>
    <xsd:import namespace="34704184-25d6-47ef-8992-a2bd16f4353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9628f6-6e36-45a6-985d-41276b1fcf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704184-25d6-47ef-8992-a2bd16f4353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19628f6-6e36-45a6-985d-41276b1fcfad" xsi:nil="true"/>
  </documentManagement>
</p:properties>
</file>

<file path=customXml/itemProps1.xml><?xml version="1.0" encoding="utf-8"?>
<ds:datastoreItem xmlns:ds="http://schemas.openxmlformats.org/officeDocument/2006/customXml" ds:itemID="{99FA970F-69EC-4F3F-91A5-17E1154BF45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8B8E5E0-2DE8-4164-998E-70D61796BD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9628f6-6e36-45a6-985d-41276b1fcfad"/>
    <ds:schemaRef ds:uri="34704184-25d6-47ef-8992-a2bd16f435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9E7507-8D97-4380-A599-9A8600FE4ECF}">
  <ds:schemaRefs>
    <ds:schemaRef ds:uri="http://schemas.microsoft.com/office/2006/metadata/properties"/>
    <ds:schemaRef ds:uri="http://schemas.microsoft.com/office/infopath/2007/PartnerControls"/>
    <ds:schemaRef ds:uri="819628f6-6e36-45a6-985d-41276b1fcfa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</TotalTime>
  <Words>44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Presentation Tier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Esparza, Andrea</dc:creator>
  <cp:lastModifiedBy>Andrea Esparza</cp:lastModifiedBy>
  <cp:revision>1</cp:revision>
  <dcterms:created xsi:type="dcterms:W3CDTF">2026-09-21T02:29:14Z</dcterms:created>
  <dcterms:modified xsi:type="dcterms:W3CDTF">2026-09-21T03:53:33Z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0x010100E60358EB290E1F4FB5860AE290900AE5</vt:lpwstr>
  </property>
</Properties>
</file>